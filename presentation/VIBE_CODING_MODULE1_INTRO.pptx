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VIBE CODING STARTER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0" y="22860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БЫСТРЫЙ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0" y="31089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СТАРТ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0" y="4206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нуля до первого проекта за 4 часа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937760" y="4846320"/>
            <a:ext cx="2286000" cy="36576"/>
          </a:xfrm>
          <a:prstGeom prst="rect">
            <a:avLst/>
          </a:prstGeom>
          <a:solidFill>
            <a:srgbClr val="00FF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ВАС ЖДЁТ В МОДУЛЕ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029200" cy="1005840"/>
          </a:xfrm>
          <a:prstGeom prst="roundRect">
            <a:avLst>
              <a:gd name="adj" fmla="val 13636"/>
            </a:avLst>
          </a:prstGeom>
          <a:solidFill>
            <a:srgbClr val="0C0C0C"/>
          </a:solidFill>
          <a:ln w="12700">
            <a:solidFill>
              <a:srgbClr val="202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D2B1B"/>
          </a:solidFill>
          <a:ln w="12700">
            <a:solidFill>
              <a:srgbClr val="154D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6304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Уроков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6304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основ до первого проекта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5029200" cy="1005840"/>
          </a:xfrm>
          <a:prstGeom prst="roundRect">
            <a:avLst>
              <a:gd name="adj" fmla="val 13636"/>
            </a:avLst>
          </a:prstGeom>
          <a:solidFill>
            <a:srgbClr val="0C0C0C"/>
          </a:solidFill>
          <a:ln w="12700">
            <a:solidFill>
              <a:srgbClr val="2020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74320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D2B1B"/>
          </a:solidFill>
          <a:ln w="12700">
            <a:solidFill>
              <a:srgbClr val="154D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~4ч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46304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Часа контента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463040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Концентрированные знания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5029200" cy="1005840"/>
          </a:xfrm>
          <a:prstGeom prst="roundRect">
            <a:avLst>
              <a:gd name="adj" fmla="val 13636"/>
            </a:avLst>
          </a:prstGeom>
          <a:solidFill>
            <a:srgbClr val="0C0C0C"/>
          </a:solidFill>
          <a:ln w="12700">
            <a:solidFill>
              <a:srgbClr val="2020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9319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D2B1B"/>
          </a:solidFill>
          <a:ln w="12700">
            <a:solidFill>
              <a:srgbClr val="154D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931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463040" y="3886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Готовый проект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46304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Калькулятор в портфолио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00800" y="1371600"/>
            <a:ext cx="5029200" cy="2560320"/>
          </a:xfrm>
          <a:prstGeom prst="roundRect">
            <a:avLst>
              <a:gd name="adj" fmla="val 5357"/>
            </a:avLst>
          </a:prstGeom>
          <a:solidFill>
            <a:srgbClr val="0D2B1B"/>
          </a:solidFill>
          <a:ln w="25400">
            <a:solidFill>
              <a:srgbClr val="154D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РЕЗУЛЬТАТ МОДУЛЯ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7512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Базовые навыки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675120" y="2560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AI-программирования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675120" y="3108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первый работающий проект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720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VIBE CODING STARTER • МОДУЛЬ 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ПРОГРАММА МОДУЛЯ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0058400" cy="640080"/>
          </a:xfrm>
          <a:prstGeom prst="roundRect">
            <a:avLst>
              <a:gd name="adj" fmla="val 21429"/>
            </a:avLst>
          </a:prstGeom>
          <a:solidFill>
            <a:srgbClr val="0C0C0C"/>
          </a:solidFill>
          <a:ln w="12700">
            <a:solidFill>
              <a:srgbClr val="202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36576" cy="64008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4475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144475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Революция в программировании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0" y="144475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 20 мин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0058400" cy="640080"/>
          </a:xfrm>
          <a:prstGeom prst="roundRect">
            <a:avLst>
              <a:gd name="adj" fmla="val 21429"/>
            </a:avLst>
          </a:prstGeom>
          <a:solidFill>
            <a:srgbClr val="0C0C0C"/>
          </a:solidFill>
          <a:ln w="12700">
            <a:solidFill>
              <a:srgbClr val="2020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11680"/>
            <a:ext cx="36576" cy="64008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7627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217627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Установка за 15 минут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686800" y="21762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 30 мин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10058400" cy="640080"/>
          </a:xfrm>
          <a:prstGeom prst="roundRect">
            <a:avLst>
              <a:gd name="adj" fmla="val 21429"/>
            </a:avLst>
          </a:prstGeom>
          <a:solidFill>
            <a:srgbClr val="0C0C0C"/>
          </a:solidFill>
          <a:ln w="12700">
            <a:solidFill>
              <a:srgbClr val="2020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743200"/>
            <a:ext cx="36576" cy="64008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90779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290779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— твоя страховка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686800" y="29077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 40 мин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10058400" cy="640080"/>
          </a:xfrm>
          <a:prstGeom prst="roundRect">
            <a:avLst>
              <a:gd name="adj" fmla="val 21429"/>
            </a:avLst>
          </a:prstGeom>
          <a:solidFill>
            <a:srgbClr val="0C0C0C"/>
          </a:solidFill>
          <a:ln w="12700">
            <a:solidFill>
              <a:srgbClr val="2020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474720"/>
            <a:ext cx="36576" cy="64008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63931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463040" y="363931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Анатомия промпта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686800" y="363931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 20 мин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10058400" cy="640080"/>
          </a:xfrm>
          <a:prstGeom prst="roundRect">
            <a:avLst>
              <a:gd name="adj" fmla="val 21429"/>
            </a:avLst>
          </a:prstGeom>
          <a:solidFill>
            <a:srgbClr val="0D2B1B"/>
          </a:solidFill>
          <a:ln w="25400">
            <a:solidFill>
              <a:srgbClr val="154D2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206240"/>
            <a:ext cx="36576" cy="64008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37083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463040" y="43708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проект — Калькулятор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686800" y="437083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 60 мин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57200" y="4937760"/>
            <a:ext cx="10058400" cy="640080"/>
          </a:xfrm>
          <a:prstGeom prst="roundRect">
            <a:avLst>
              <a:gd name="adj" fmla="val 21429"/>
            </a:avLst>
          </a:prstGeom>
          <a:solidFill>
            <a:srgbClr val="0C0C0C"/>
          </a:solidFill>
          <a:ln w="12700">
            <a:solidFill>
              <a:srgbClr val="20202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937760"/>
            <a:ext cx="36576" cy="64008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10235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1.6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463040" y="510235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дальше + Бонус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686800" y="510235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 20 мин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5720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VIBE CODING STARTER • МОДУЛЬ 1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29600" y="6309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ИТОГО: ~4 ЧАСА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36576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3657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03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УРОК 1.1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 20 МИНУТ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ТАКОЕ VIBE CODING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 узнаете: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030303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11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Определение: AI-парное программирование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030303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60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560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это работает сейчас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030303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3108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Демонстрация на примере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030303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Отличие от классического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00800" y="1554480"/>
            <a:ext cx="5029200" cy="3840480"/>
          </a:xfrm>
          <a:prstGeom prst="roundRect">
            <a:avLst>
              <a:gd name="adj" fmla="val 3571"/>
            </a:avLst>
          </a:prstGeom>
          <a:solidFill>
            <a:srgbClr val="0C0C0C"/>
          </a:solidFill>
          <a:ln w="12700">
            <a:solidFill>
              <a:srgbClr val="154D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ГЛАВНАЯ ФОРМУЛА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ИДЕЯ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31520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31520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КОНТЕКСТ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315200" y="3520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315200" y="3931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7315200" y="4389120"/>
            <a:ext cx="365760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0" y="4663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= ЧИСТЫЙ КОД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5720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VIBE CODING STARTER • МОДУЛЬ 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36576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3657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03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УРОК 1.2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 30 МИНУТ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УСТАНОВКА ОКРУЖЕНИЯ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установим: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457200" cy="457200"/>
          </a:xfrm>
          <a:prstGeom prst="ellipse">
            <a:avLst/>
          </a:prstGeom>
          <a:solidFill>
            <a:srgbClr val="00FF8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303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Редактор кода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457200" cy="457200"/>
          </a:xfrm>
          <a:prstGeom prst="ellipse">
            <a:avLst/>
          </a:prstGeom>
          <a:solidFill>
            <a:srgbClr val="00FF8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303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97280" y="3017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Kilo Code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3337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AI-расширение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457200" cy="457200"/>
          </a:xfrm>
          <a:prstGeom prst="ellipse">
            <a:avLst/>
          </a:prstGeom>
          <a:solidFill>
            <a:srgbClr val="00FF8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303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3931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запуск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97280" y="4251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работы AI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00800" y="1554480"/>
            <a:ext cx="5029200" cy="3200400"/>
          </a:xfrm>
          <a:prstGeom prst="roundRect">
            <a:avLst>
              <a:gd name="adj" fmla="val 4286"/>
            </a:avLst>
          </a:prstGeom>
          <a:solidFill>
            <a:srgbClr val="0C0C0C"/>
          </a:solidFill>
          <a:ln w="12700">
            <a:solidFill>
              <a:srgbClr val="154D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РЕЗУЛЬТАТ УРОКА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75120" y="22860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Полностью настроенное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рабочее окружение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858000" y="329184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00FF88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03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 БЕСПЛАТНО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7512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инструменты — open source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VIBE CODING STARTER • МОДУЛЬ 1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36576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3657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03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УРОК 1.3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 40 МИНУТ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 — ТВОЯ СТРАХОВКА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 это нужно: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5029200" cy="822960"/>
          </a:xfrm>
          <a:prstGeom prst="roundRect">
            <a:avLst>
              <a:gd name="adj" fmla="val 16667"/>
            </a:avLst>
          </a:prstGeom>
          <a:solidFill>
            <a:srgbClr val="2B0D15"/>
          </a:solidFill>
          <a:ln w="12700">
            <a:solidFill>
              <a:srgbClr val="FF33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БЕЗ GIT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ошибка — код потерян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5029200" cy="822960"/>
          </a:xfrm>
          <a:prstGeom prst="roundRect">
            <a:avLst>
              <a:gd name="adj" fmla="val 16667"/>
            </a:avLst>
          </a:prstGeom>
          <a:solidFill>
            <a:srgbClr val="0D2B1B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54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 GIT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Всегда можно откатиться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0" y="1554480"/>
            <a:ext cx="5029200" cy="3474720"/>
          </a:xfrm>
          <a:prstGeom prst="roundRect">
            <a:avLst>
              <a:gd name="adj" fmla="val 3947"/>
            </a:avLst>
          </a:prstGeom>
          <a:solidFill>
            <a:srgbClr val="0C0C0C"/>
          </a:solidFill>
          <a:ln w="12700">
            <a:solidFill>
              <a:srgbClr val="154D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КОМАНДЫ НА СТАРТ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675120" y="228600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0D2B1B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2286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69680" y="22860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Создать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675120" y="292608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0D2B1B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2926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869680" y="29260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Добавить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675120" y="356616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0D2B1B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3566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869680" y="3566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Сохранить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675120" y="420624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0D2B1B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42062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869680" y="4206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облако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7200" y="4572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РЕЗУЛЬТАТ: Умение сохранять и откатывать изменения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5720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VIBE CODING STARTER • МОДУЛЬ 1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36576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3657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03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УРОК 1.4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 20 МИНУТ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АНАТОМИЯ ПРОМПТА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промпта: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36576" cy="59436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КОНТЕКСТ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377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за проект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36576" cy="59436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ЗАДАЧА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конкретно сделать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36576" cy="59436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ОГРАНИЧЕНИЯ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НЕ делать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4297680"/>
            <a:ext cx="36576" cy="59436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РЕЗУЛЬТАТ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должно выглядеть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0" y="1645920"/>
            <a:ext cx="5029200" cy="1097280"/>
          </a:xfrm>
          <a:prstGeom prst="roundRect">
            <a:avLst>
              <a:gd name="adj" fmla="val 12500"/>
            </a:avLst>
          </a:prstGeom>
          <a:solidFill>
            <a:srgbClr val="2B0D15"/>
          </a:solidFill>
          <a:ln w="12700">
            <a:solidFill>
              <a:srgbClr val="FF33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ПЛОХО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7512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"Сделай мне сайт"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400800" y="3017520"/>
            <a:ext cx="5029200" cy="1737360"/>
          </a:xfrm>
          <a:prstGeom prst="roundRect">
            <a:avLst>
              <a:gd name="adj" fmla="val 7895"/>
            </a:avLst>
          </a:prstGeom>
          <a:solidFill>
            <a:srgbClr val="0D2B1B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3108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ХОРОШО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75120" y="34747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"Создай HTML калькулятор.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Используй Vanilla JS.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библиотек."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57200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РЕЗУЛЬТАТ: Умение формулировать задачи для AI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5720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VIBE CODING STARTER • МОДУЛЬ 1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36576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3657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03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УРОК 1.5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 60 МИНУТ • ГЛАВНЫЙ УРОК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ПЕРВЫЙ ПРОЕКТ — КАЛЬКУЛЯТОР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цикл разработки: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rgbClr val="00FF8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303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2011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определяем что делаем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26517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457200" cy="457200"/>
          </a:xfrm>
          <a:prstGeom prst="ellipse">
            <a:avLst/>
          </a:prstGeom>
          <a:solidFill>
            <a:srgbClr val="00FF8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303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2880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Промпт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728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формулируем задачу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35204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457200" cy="457200"/>
          </a:xfrm>
          <a:prstGeom prst="ellipse">
            <a:avLst/>
          </a:prstGeom>
          <a:solidFill>
            <a:srgbClr val="00FF8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303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97280" y="3749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9728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генерирует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43891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57200" y="4617720"/>
            <a:ext cx="457200" cy="457200"/>
          </a:xfrm>
          <a:prstGeom prst="ellipse">
            <a:avLst/>
          </a:prstGeom>
          <a:solidFill>
            <a:srgbClr val="00FF88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303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97280" y="4617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97280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проверяем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00800" y="1554480"/>
            <a:ext cx="5029200" cy="3474720"/>
          </a:xfrm>
          <a:prstGeom prst="roundRect">
            <a:avLst>
              <a:gd name="adj" fmla="val 3947"/>
            </a:avLst>
          </a:prstGeom>
          <a:solidFill>
            <a:srgbClr val="0D2B1B"/>
          </a:solidFill>
          <a:ln w="25400">
            <a:solidFill>
              <a:srgbClr val="154D2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РЕЗУЛЬТАТ УРОКА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15200" y="23774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[CALC]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667512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Работающий калькулятор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67512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проект в портфолио!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5720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VIBE CODING STARTER • МОДУЛЬ 1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36576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3657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03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УРОК 1.6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 20 МИНУТ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ДАЛЬШЕ + БОНУС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Чеклист самопроверки: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030303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11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+ Kilo Code установлены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030303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60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560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настроен и работает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030303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3108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Знаю структуру промпта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030303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Калькулятор работает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4480560"/>
            <a:ext cx="5029200" cy="640080"/>
          </a:xfrm>
          <a:prstGeom prst="roundRect">
            <a:avLst>
              <a:gd name="adj" fmla="val 21429"/>
            </a:avLst>
          </a:prstGeom>
          <a:solidFill>
            <a:srgbClr val="0C0C0C"/>
          </a:solidFill>
          <a:ln w="12700">
            <a:solidFill>
              <a:srgbClr val="154D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572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шаг: Модуль 2: BUILDER -&gt;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00800" y="1554480"/>
            <a:ext cx="5029200" cy="3474720"/>
          </a:xfrm>
          <a:prstGeom prst="roundRect">
            <a:avLst>
              <a:gd name="adj" fmla="val 3947"/>
            </a:avLst>
          </a:prstGeom>
          <a:solidFill>
            <a:srgbClr val="2B0D15"/>
          </a:solidFill>
          <a:ln w="12700">
            <a:solidFill>
              <a:srgbClr val="FF33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БОНУС К МОДУЛЮ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7512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промптов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67512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Готовые шаблоны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675120" y="3383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Шаблон Memory Bank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67512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Чеклист установки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720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VIBE CODING STARTER • МОДУЛЬ 1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3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РЕЗУЛЬТАТ МОДУЛЯ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029200" cy="1554480"/>
          </a:xfrm>
          <a:prstGeom prst="roundRect">
            <a:avLst>
              <a:gd name="adj" fmla="val 8824"/>
            </a:avLst>
          </a:prstGeom>
          <a:solidFill>
            <a:srgbClr val="0C0C0C"/>
          </a:solidFill>
          <a:ln w="12700">
            <a:solidFill>
              <a:srgbClr val="202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54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[ENV]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Настроенное окружение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+ Kilo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1371600"/>
            <a:ext cx="5029200" cy="1554480"/>
          </a:xfrm>
          <a:prstGeom prst="roundRect">
            <a:avLst>
              <a:gd name="adj" fmla="val 8824"/>
            </a:avLst>
          </a:prstGeom>
          <a:solidFill>
            <a:srgbClr val="0C0C0C"/>
          </a:solidFill>
          <a:ln w="12700">
            <a:solidFill>
              <a:srgbClr val="202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554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[GIT]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7512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Базовые навыки Git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67512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Сохранение/откат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5029200" cy="1554480"/>
          </a:xfrm>
          <a:prstGeom prst="roundRect">
            <a:avLst>
              <a:gd name="adj" fmla="val 8824"/>
            </a:avLst>
          </a:prstGeom>
          <a:solidFill>
            <a:srgbClr val="0C0C0C"/>
          </a:solidFill>
          <a:ln w="12700">
            <a:solidFill>
              <a:srgbClr val="202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474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[&gt;&gt;]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1520" y="3886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Умение писать промпты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31520" y="4297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Общение с AI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0" y="3291840"/>
            <a:ext cx="5029200" cy="1554480"/>
          </a:xfrm>
          <a:prstGeom prst="roundRect">
            <a:avLst>
              <a:gd name="adj" fmla="val 8824"/>
            </a:avLst>
          </a:prstGeom>
          <a:solidFill>
            <a:srgbClr val="0D2B1B"/>
          </a:solidFill>
          <a:ln w="25400">
            <a:solidFill>
              <a:srgbClr val="154D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3474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[#]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75120" y="3886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ГОТОВЫЙ ПРОЕКТ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75120" y="4297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Калькулятор!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VIBE CODING STARTER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ГОТОВ К МОДУЛЮ 2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3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МОДУЛЬ 1 • БЫСТРЫЙ СТАРТ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0" y="201168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ПОЕХАЛИ!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0" y="3383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Начинаем с урока 1.1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40480" y="4114800"/>
            <a:ext cx="4572000" cy="640080"/>
          </a:xfrm>
          <a:prstGeom prst="roundRect">
            <a:avLst>
              <a:gd name="adj" fmla="val 14286"/>
            </a:avLst>
          </a:prstGeom>
          <a:solidFill>
            <a:srgbClr val="00FF88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0" y="41148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303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VIBE CODING -&gt;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5029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 o  o  o  o  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0" y="5394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 уроков)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 CODING STARTER - Module 1</dc:title>
  <dc:subject>PptxGenJS Presentation</dc:subject>
  <dc:creator>onAI Academy</dc:creator>
  <cp:lastModifiedBy>onAI Academy</cp:lastModifiedBy>
  <cp:revision>1</cp:revision>
  <dcterms:created xsi:type="dcterms:W3CDTF">2026-01-11T11:27:44Z</dcterms:created>
  <dcterms:modified xsi:type="dcterms:W3CDTF">2026-01-11T11:27:44Z</dcterms:modified>
</cp:coreProperties>
</file>