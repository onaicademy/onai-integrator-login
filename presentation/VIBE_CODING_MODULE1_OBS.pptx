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150998" y="1828800"/>
            <a:ext cx="66749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50998" y="2286000"/>
            <a:ext cx="6674937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БЫСТРЫЙ</a:t>
            </a:r>
            <a:endParaRPr lang="en-US" sz="7200" dirty="0"/>
          </a:p>
          <a:p>
            <a:pPr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СТАРТ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150998" y="4297680"/>
            <a:ext cx="667493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нуля до первого проекта за 4 часа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50998" y="4846320"/>
            <a:ext cx="228600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 // INTRO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150998" y="73152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ВАС ЖДЁТ В МОДУЛЕ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150998" y="18288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3878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3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33878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Уроков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3878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основ до проекта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91278" y="18288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74158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~4ч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74158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4158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Концентрированно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31558" y="18288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14438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814438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14438" y="2788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портфолио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50998" y="3474720"/>
            <a:ext cx="6217737" cy="1645920"/>
          </a:xfrm>
          <a:prstGeom prst="roundRect">
            <a:avLst>
              <a:gd name="adj" fmla="val 8333"/>
            </a:avLst>
          </a:prstGeom>
          <a:solidFill>
            <a:srgbClr val="0A0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5318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 МОДУЛЯ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5318" y="4023360"/>
            <a:ext cx="576053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Базовые навыки AI-программирования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25318" y="4526280"/>
            <a:ext cx="57605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первый работающий проект в портфолио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150998" y="73152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ПРОГРАММА МОДУЛЯ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150998" y="1645920"/>
            <a:ext cx="45720" cy="56692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6" name="Text 4"/>
          <p:cNvSpPr/>
          <p:nvPr/>
        </p:nvSpPr>
        <p:spPr>
          <a:xfrm>
            <a:off x="5333878" y="1783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73958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Революция в программировании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54335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мин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50998" y="2286000"/>
            <a:ext cx="45720" cy="56692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0" name="Text 8"/>
          <p:cNvSpPr/>
          <p:nvPr/>
        </p:nvSpPr>
        <p:spPr>
          <a:xfrm>
            <a:off x="5333878" y="2423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73958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за 15 минут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54335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мин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50998" y="2926080"/>
            <a:ext cx="45720" cy="56692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5333878" y="3063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3958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— твоя страховка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454335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мин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50998" y="3566160"/>
            <a:ext cx="45720" cy="56692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33878" y="3703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73958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Анатомия промпта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54335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мин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50998" y="4206240"/>
            <a:ext cx="6217737" cy="566928"/>
          </a:xfrm>
          <a:prstGeom prst="roundRect">
            <a:avLst>
              <a:gd name="adj" fmla="val 16129"/>
            </a:avLst>
          </a:prstGeom>
          <a:solidFill>
            <a:srgbClr val="0D2B1B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50998" y="4206240"/>
            <a:ext cx="45720" cy="56692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5333878" y="4343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73958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проект — Калькулятор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54335" y="4343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мин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50998" y="4846320"/>
            <a:ext cx="45720" cy="566928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7" name="Text 25"/>
          <p:cNvSpPr/>
          <p:nvPr/>
        </p:nvSpPr>
        <p:spPr>
          <a:xfrm>
            <a:off x="5333878" y="49834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73958" y="4983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 + Бонус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54335" y="4983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мин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39935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ИТОГО: ~4 ЧАСА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150998" y="457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5150998" y="457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31158" y="484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МИНУТ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50998" y="100584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VIBE CODING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150998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узнаете: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50998" y="22860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50998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62478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AI-парное программирование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50998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0998" y="2724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62478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работает сейчас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50998" y="32004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0998" y="3182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62478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на примере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50998" y="36576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0998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62478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Отличие от классического подхода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91478" y="182880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0A0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4358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ФОРМУЛА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74358" y="2377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ИДЕЯ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74358" y="2724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74358" y="30723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КОНТЕКСТ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74358" y="34198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74358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48678" y="416052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74358" y="4297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ЧИСТЫЙ КОД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150998" y="457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5150998" y="457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31158" y="484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МИНУТ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50998" y="100584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УСТАНОВКА ОКРУЖЕНИЯ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150998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установим: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50998" y="2286000"/>
            <a:ext cx="411480" cy="41148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0" name="Text 8"/>
          <p:cNvSpPr/>
          <p:nvPr/>
        </p:nvSpPr>
        <p:spPr>
          <a:xfrm>
            <a:off x="5150998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99638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99638" y="2542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Редактор кода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50998" y="3108960"/>
            <a:ext cx="411480" cy="41148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5150998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99638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 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99638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AI-расширение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50998" y="3931920"/>
            <a:ext cx="411480" cy="41148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8" name="Text 16"/>
          <p:cNvSpPr/>
          <p:nvPr/>
        </p:nvSpPr>
        <p:spPr>
          <a:xfrm>
            <a:off x="5150998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99638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запуск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99638" y="4187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AI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91478" y="182880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0A0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4358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74358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настроенное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окружение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65798" y="36576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00FF88"/>
          </a:solidFill>
          <a:ln/>
        </p:spPr>
      </p:sp>
      <p:sp>
        <p:nvSpPr>
          <p:cNvPr id="25" name="Text 23"/>
          <p:cNvSpPr/>
          <p:nvPr/>
        </p:nvSpPr>
        <p:spPr>
          <a:xfrm>
            <a:off x="9265798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БЕСПЛАТНО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150998" y="457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5150998" y="457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31158" y="484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МИНУТ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50998" y="100584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— ТВОЯ СТРАХОВКА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150998" y="19202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A0A0F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3878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GIT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33878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ошибка — код потерян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50998" y="283464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0D2B1B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3878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 GIT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33878" y="3154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можно откатиться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91478" y="182880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0A0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4358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КОМАНДЫ НА СТАРТ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74358" y="23774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D2B1B"/>
          </a:solidFill>
          <a:ln/>
        </p:spPr>
      </p:sp>
      <p:sp>
        <p:nvSpPr>
          <p:cNvPr id="17" name="Text 15"/>
          <p:cNvSpPr/>
          <p:nvPr/>
        </p:nvSpPr>
        <p:spPr>
          <a:xfrm>
            <a:off x="9174358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37398" y="2377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74358" y="297180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D2B1B"/>
          </a:solidFill>
          <a:ln/>
        </p:spPr>
      </p:sp>
      <p:sp>
        <p:nvSpPr>
          <p:cNvPr id="20" name="Text 18"/>
          <p:cNvSpPr/>
          <p:nvPr/>
        </p:nvSpPr>
        <p:spPr>
          <a:xfrm>
            <a:off x="9174358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37398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74358" y="356616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D2B1B"/>
          </a:solidFill>
          <a:ln/>
        </p:spPr>
      </p:sp>
      <p:sp>
        <p:nvSpPr>
          <p:cNvPr id="23" name="Text 21"/>
          <p:cNvSpPr/>
          <p:nvPr/>
        </p:nvSpPr>
        <p:spPr>
          <a:xfrm>
            <a:off x="9174358" y="3566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37398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74358" y="416052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D2B1B"/>
          </a:solidFill>
          <a:ln/>
        </p:spPr>
      </p:sp>
      <p:sp>
        <p:nvSpPr>
          <p:cNvPr id="26" name="Text 24"/>
          <p:cNvSpPr/>
          <p:nvPr/>
        </p:nvSpPr>
        <p:spPr>
          <a:xfrm>
            <a:off x="9174358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37398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облако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50998" y="3931920"/>
            <a:ext cx="62177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Умение сохранять и откатывать код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150998" y="457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5150998" y="457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31158" y="484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МИНУТ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50998" y="100584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АНАТОМИЯ ПРОМПТА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150998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50998" y="2194560"/>
            <a:ext cx="45720" cy="5029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0" name="Text 8"/>
          <p:cNvSpPr/>
          <p:nvPr/>
        </p:nvSpPr>
        <p:spPr>
          <a:xfrm>
            <a:off x="5333878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33878" y="2423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 проект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50998" y="2788920"/>
            <a:ext cx="45720" cy="5029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3" name="Text 11"/>
          <p:cNvSpPr/>
          <p:nvPr/>
        </p:nvSpPr>
        <p:spPr>
          <a:xfrm>
            <a:off x="5333878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33878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сделать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50998" y="3383280"/>
            <a:ext cx="45720" cy="5029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5333878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ОГРАНИЧЕНИЯ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3878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делать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50998" y="3977640"/>
            <a:ext cx="45720" cy="5029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9" name="Text 17"/>
          <p:cNvSpPr/>
          <p:nvPr/>
        </p:nvSpPr>
        <p:spPr>
          <a:xfrm>
            <a:off x="5333878" y="3977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3878" y="4206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вид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91478" y="18288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1A0A0F"/>
          </a:solidFill>
          <a:ln w="12700">
            <a:solidFill>
              <a:srgbClr val="FF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4358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ПЛОХО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74358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"Сделай мне сайт"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91478" y="301752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D2B1B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4358" y="3108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ХОРОШО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74358" y="33832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"Создай HTML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калькулятор.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JS.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библиотек."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150998" y="457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5150998" y="457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31158" y="484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МИН // ГЛАВНЫЙ УРОК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50998" y="100584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ПЕРВЫЙ ПРОЕКТ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150998" y="1463040"/>
            <a:ext cx="66749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КАЛЬКУЛЯТОР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150998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50998" y="265176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1" name="Text 9"/>
          <p:cNvSpPr/>
          <p:nvPr/>
        </p:nvSpPr>
        <p:spPr>
          <a:xfrm>
            <a:off x="5150998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53918" y="2670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14038" y="2670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60726" y="30175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50998" y="329184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5150998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53918" y="33101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Промпт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4038" y="33101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формулируем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60726" y="365760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50998" y="393192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21" name="Text 19"/>
          <p:cNvSpPr/>
          <p:nvPr/>
        </p:nvSpPr>
        <p:spPr>
          <a:xfrm>
            <a:off x="5150998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53918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14038" y="39502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генерирует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0726" y="42976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50998" y="4572000"/>
            <a:ext cx="365760" cy="365760"/>
          </a:xfrm>
          <a:prstGeom prst="ellipse">
            <a:avLst/>
          </a:prstGeom>
          <a:solidFill>
            <a:srgbClr val="00FF88"/>
          </a:solidFill>
          <a:ln/>
        </p:spPr>
      </p:sp>
      <p:sp>
        <p:nvSpPr>
          <p:cNvPr id="26" name="Text 24"/>
          <p:cNvSpPr/>
          <p:nvPr/>
        </p:nvSpPr>
        <p:spPr>
          <a:xfrm>
            <a:off x="5150998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53918" y="4590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14038" y="4590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991478" y="2194560"/>
            <a:ext cx="2560320" cy="2743200"/>
          </a:xfrm>
          <a:prstGeom prst="roundRect">
            <a:avLst>
              <a:gd name="adj" fmla="val 5357"/>
            </a:avLst>
          </a:prstGeom>
          <a:solidFill>
            <a:srgbClr val="0D2B1B"/>
          </a:solidFill>
          <a:ln w="25400">
            <a:solidFill>
              <a:srgbClr val="00FF88"/>
            </a:solidFill>
            <a:prstDash val="solid"/>
          </a:ln>
          <a:effectLst>
            <a:outerShdw sx="100000" sy="100000" kx="0" ky="0" algn="bl" rotWithShape="0" blurRad="190500" dist="50800" dir="16200000">
              <a:srgbClr val="00FF88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74358" y="2331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814438" y="2743200"/>
            <a:ext cx="731520" cy="914400"/>
          </a:xfrm>
          <a:prstGeom prst="roundRect">
            <a:avLst>
              <a:gd name="adj" fmla="val 12500"/>
            </a:avLst>
          </a:prstGeom>
          <a:solidFill>
            <a:srgbClr val="00FF88"/>
          </a:solidFill>
          <a:ln/>
        </p:spPr>
      </p:sp>
      <p:sp>
        <p:nvSpPr>
          <p:cNvPr id="32" name="Text 30"/>
          <p:cNvSpPr/>
          <p:nvPr/>
        </p:nvSpPr>
        <p:spPr>
          <a:xfrm>
            <a:off x="9814438" y="3017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= ]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74358" y="3840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74358" y="4480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проект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портфолио!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5150998" y="4572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5150998" y="457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030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1.6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31158" y="484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МИНУТ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50998" y="100584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ДАЛЬШЕ + БОНУС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150998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Чеклист самопроверки: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50998" y="22860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50998" y="2267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62478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Kilo Code установлены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50998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0998" y="2724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62478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настроен и работает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50998" y="32004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0998" y="3182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62478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 структуру промпта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50998" y="36576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30303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50998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62478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 работает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50998" y="438912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0A0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3878" y="4480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 Модуль 2 BUILDER -&gt;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91478" y="182880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1A0A0F"/>
          </a:solidFill>
          <a:ln w="25400">
            <a:solidFill>
              <a:srgbClr val="FF33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4358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БОНУС К МОДУЛЮ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74358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промптов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74358" y="2834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шаблоны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74358" y="3291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Шаблон Memory Bank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Чеклист установки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150998" y="548640"/>
            <a:ext cx="667493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РЕЗУЛЬТАТ МОДУЛЯ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150998" y="1463040"/>
            <a:ext cx="3017520" cy="1280160"/>
          </a:xfrm>
          <a:prstGeom prst="roundRect">
            <a:avLst>
              <a:gd name="adj" fmla="val 10714"/>
            </a:avLst>
          </a:prstGeom>
          <a:solidFill>
            <a:srgbClr val="0A0A0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3878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[ENV]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3878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Настроенное окружение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3878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Kilo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42838" y="1463040"/>
            <a:ext cx="3017520" cy="1280160"/>
          </a:xfrm>
          <a:prstGeom prst="roundRect">
            <a:avLst>
              <a:gd name="adj" fmla="val 10714"/>
            </a:avLst>
          </a:prstGeom>
          <a:solidFill>
            <a:srgbClr val="0A0A0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25718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[GIT]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25718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Навыки Git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25718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и откат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50998" y="3017520"/>
            <a:ext cx="3017520" cy="1280160"/>
          </a:xfrm>
          <a:prstGeom prst="roundRect">
            <a:avLst>
              <a:gd name="adj" fmla="val 10714"/>
            </a:avLst>
          </a:prstGeom>
          <a:solidFill>
            <a:srgbClr val="0A0A0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3878" y="3154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[&gt;&gt;]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33878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Умение писать промпты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3878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Общение с 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42838" y="3017520"/>
            <a:ext cx="3017520" cy="1280160"/>
          </a:xfrm>
          <a:prstGeom prst="roundRect">
            <a:avLst>
              <a:gd name="adj" fmla="val 8571"/>
            </a:avLst>
          </a:prstGeom>
          <a:solidFill>
            <a:srgbClr val="0D2B1B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5718" y="3154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[#]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25718" y="3520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ПРОЕКТ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25718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Калькулятор!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39935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ГОТОВ К МОДУЛЮ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MODULE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45775" y="274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</a:t>
            </a:r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323015" y="228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</a:t>
            </a:r>
            <a:endParaRPr lang="en-US" sz="7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150998" y="1371600"/>
            <a:ext cx="667493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МОДУЛЬ 1 // БЫСТРЫЙ СТАРТ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50998" y="2011680"/>
            <a:ext cx="667493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ПОЕХАЛИ!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150998" y="3200400"/>
            <a:ext cx="667493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Начинаем с урока 1.1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50998" y="393192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00FF88"/>
          </a:solidFill>
          <a:ln/>
        </p:spPr>
      </p:sp>
      <p:sp>
        <p:nvSpPr>
          <p:cNvPr id="8" name="Text 6"/>
          <p:cNvSpPr/>
          <p:nvPr/>
        </p:nvSpPr>
        <p:spPr>
          <a:xfrm>
            <a:off x="5150998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3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VIBE CODING -&gt;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0998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 o  o  o  o  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62678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уроков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50998" y="6400800"/>
            <a:ext cx="667493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 CODING STARTER // LETS GO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onAI Digital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STARTER - Module 1</dc:title>
  <dc:subject>PptxGenJS Presentation</dc:subject>
  <dc:creator>onAI Academy</dc:creator>
  <cp:lastModifiedBy>onAI Academy</cp:lastModifiedBy>
  <cp:revision>1</cp:revision>
  <dcterms:created xsi:type="dcterms:W3CDTF">2026-01-11T12:01:28Z</dcterms:created>
  <dcterms:modified xsi:type="dcterms:W3CDTF">2026-01-11T12:01:28Z</dcterms:modified>
</cp:coreProperties>
</file>